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348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3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9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2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63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682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477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48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93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6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0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4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90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8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46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01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0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766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IBM HR Analytics </a:t>
            </a:r>
            <a:r>
              <a:rPr lang="en-IN" dirty="0"/>
              <a:t>-</a:t>
            </a:r>
            <a:r>
              <a:rPr dirty="0"/>
              <a:t> Employee Attrition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Data Analyst / Data Scientist</a:t>
            </a:r>
          </a:p>
          <a:p>
            <a:r>
              <a:t>Tools Used: Python, Pandas, NumPy, Matplotlib, Seaborn</a:t>
            </a:r>
          </a:p>
          <a:p>
            <a:r>
              <a:t>Dataset: IBM HR Analytics Dataset</a:t>
            </a:r>
          </a:p>
          <a:p>
            <a:r>
              <a:t>Objective: Employee Attrition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 employee attrition increases hiring &amp; training costs</a:t>
            </a:r>
          </a:p>
          <a:p>
            <a:r>
              <a:rPr dirty="0"/>
              <a:t>Loss of experienced employees impacts productivity</a:t>
            </a:r>
          </a:p>
          <a:p>
            <a:r>
              <a:rPr dirty="0"/>
              <a:t>Understanding attrition drivers is critical for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overall employee attrition rate</a:t>
            </a:r>
          </a:p>
          <a:p>
            <a:r>
              <a:rPr dirty="0"/>
              <a:t>Study demographic patterns of attrition</a:t>
            </a:r>
          </a:p>
          <a:p>
            <a:r>
              <a:rPr dirty="0"/>
              <a:t>Identify key factors influencing attrition</a:t>
            </a:r>
          </a:p>
          <a:p>
            <a:r>
              <a:rPr dirty="0"/>
              <a:t>Provide actionable HR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1,470 employee records</a:t>
            </a:r>
          </a:p>
          <a:p>
            <a:r>
              <a:rPr dirty="0"/>
              <a:t>35 features</a:t>
            </a:r>
          </a:p>
          <a:p>
            <a:r>
              <a:rPr dirty="0"/>
              <a:t>Numerical &amp; categorical variables</a:t>
            </a:r>
          </a:p>
          <a:p>
            <a:r>
              <a:rPr dirty="0"/>
              <a:t>Clean and structured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Duplicate records checked </a:t>
            </a:r>
            <a:r>
              <a:rPr lang="en-IN" dirty="0"/>
              <a:t>-</a:t>
            </a:r>
            <a:r>
              <a:rPr dirty="0"/>
              <a:t> none found</a:t>
            </a:r>
          </a:p>
          <a:p>
            <a:r>
              <a:rPr dirty="0"/>
              <a:t>Missing values checked </a:t>
            </a:r>
            <a:r>
              <a:rPr lang="en-IN" dirty="0"/>
              <a:t>-</a:t>
            </a:r>
            <a:r>
              <a:rPr dirty="0"/>
              <a:t> 0%</a:t>
            </a:r>
          </a:p>
          <a:p>
            <a:r>
              <a:rPr dirty="0"/>
              <a:t>Data types verified</a:t>
            </a:r>
          </a:p>
          <a:p>
            <a:r>
              <a:rPr dirty="0"/>
              <a:t>Dataset ready for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Age distribution analysis</a:t>
            </a:r>
          </a:p>
          <a:p>
            <a:r>
              <a:rPr dirty="0"/>
              <a:t>Gender distribution analysis</a:t>
            </a:r>
          </a:p>
          <a:p>
            <a:r>
              <a:rPr dirty="0"/>
              <a:t>Department-wise analysis</a:t>
            </a:r>
          </a:p>
          <a:p>
            <a:r>
              <a:rPr dirty="0"/>
              <a:t>Attrition &amp; tenure analysis</a:t>
            </a:r>
          </a:p>
          <a:p>
            <a:r>
              <a:rPr dirty="0"/>
              <a:t>Visualizations: bar charts, histograms, KDE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Rate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Overall attrition rate: 16.12%</a:t>
            </a:r>
          </a:p>
          <a:p>
            <a:r>
              <a:rPr dirty="0"/>
              <a:t>Employees retained: 83.88%</a:t>
            </a:r>
          </a:p>
          <a:p>
            <a:r>
              <a:rPr dirty="0"/>
              <a:t>Indicates moderate employee turnover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Demographic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Majority employees aged between 30</a:t>
            </a:r>
            <a:r>
              <a:rPr lang="en-IN" dirty="0"/>
              <a:t>-</a:t>
            </a:r>
            <a:r>
              <a:rPr dirty="0"/>
              <a:t>35 years</a:t>
            </a:r>
          </a:p>
          <a:p>
            <a:r>
              <a:rPr dirty="0"/>
              <a:t>Male employees outnumber female employees</a:t>
            </a:r>
          </a:p>
          <a:p>
            <a:r>
              <a:rPr dirty="0"/>
              <a:t>Research &amp; Development has highest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Average tenure before leaving ≈ 7 years</a:t>
            </a:r>
          </a:p>
          <a:p>
            <a:r>
              <a:rPr dirty="0"/>
              <a:t>Employees tend to stay long-term before exiting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Attrition by Age &amp;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Higher attrition among younger employees</a:t>
            </a:r>
          </a:p>
          <a:p>
            <a:r>
              <a:rPr dirty="0"/>
              <a:t>Slightly higher attrition among male employees</a:t>
            </a:r>
          </a:p>
          <a:p>
            <a:r>
              <a:rPr dirty="0"/>
              <a:t>Early-career retention requires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 engagement for early-career employees</a:t>
            </a:r>
          </a:p>
          <a:p>
            <a:r>
              <a:rPr dirty="0"/>
              <a:t>Enhance work-life balance initiatives</a:t>
            </a:r>
          </a:p>
          <a:p>
            <a:r>
              <a:rPr dirty="0"/>
              <a:t>Review compensation &amp; promotion policies</a:t>
            </a:r>
          </a:p>
          <a:p>
            <a:r>
              <a:rPr dirty="0"/>
              <a:t>Target high-attrition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Data-driven insights help reduce attrition</a:t>
            </a:r>
          </a:p>
          <a:p>
            <a:r>
              <a:rPr dirty="0"/>
              <a:t>Key factors influencing attrition identified</a:t>
            </a:r>
          </a:p>
          <a:p>
            <a:r>
              <a:rPr dirty="0"/>
              <a:t>Project demonstrates practical HR analytics using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6350000"/>
            <a:ext cx="245772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/>
              <a:t>Sona </a:t>
            </a:r>
            <a:r>
              <a:rPr lang="en-IN" dirty="0"/>
              <a:t>G</a:t>
            </a:r>
            <a:r>
              <a:rPr dirty="0"/>
              <a:t> | Data Analyst Intern Project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341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 Boardroom</vt:lpstr>
      <vt:lpstr>IBM HR Analytics - Employee Attrition &amp; Performance</vt:lpstr>
      <vt:lpstr>Business Problem</vt:lpstr>
      <vt:lpstr>Project Objectives</vt:lpstr>
      <vt:lpstr>Dataset Overview</vt:lpstr>
      <vt:lpstr>Data Cleaning &amp; Preparation</vt:lpstr>
      <vt:lpstr>Exploratory Data Analysis</vt:lpstr>
      <vt:lpstr>Attrition Rate Analysis</vt:lpstr>
      <vt:lpstr>Employee Demographic Insights</vt:lpstr>
      <vt:lpstr>Tenure Analysis</vt:lpstr>
      <vt:lpstr>Attrition by Age &amp; Gender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GNANASEKARAN M</cp:lastModifiedBy>
  <cp:revision>8</cp:revision>
  <dcterms:created xsi:type="dcterms:W3CDTF">2013-01-27T09:14:16Z</dcterms:created>
  <dcterms:modified xsi:type="dcterms:W3CDTF">2026-01-18T13:35:00Z</dcterms:modified>
  <cp:category/>
</cp:coreProperties>
</file>