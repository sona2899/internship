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2872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139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6258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0502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888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83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7945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431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447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042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1771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0431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5461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927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0489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3260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216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471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Supermart</a:t>
            </a:r>
            <a:r>
              <a:rPr dirty="0"/>
              <a:t> Grocery Sales </a:t>
            </a:r>
            <a:r>
              <a:rPr lang="en-IN" dirty="0"/>
              <a:t>-</a:t>
            </a:r>
            <a:r>
              <a:rPr dirty="0"/>
              <a:t> Retail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Domain: Data Analyst / Data Scientist</a:t>
            </a:r>
          </a:p>
          <a:p>
            <a:r>
              <a:t>Tools Used: Python, Pandas, NumPy, Matplotlib, Seaborn</a:t>
            </a:r>
          </a:p>
          <a:p>
            <a:r>
              <a:t>Dataset: Supermart Grocery Sales (Tamil Nadu)</a:t>
            </a:r>
          </a:p>
          <a:p>
            <a:r>
              <a:t>Objective: Sales &amp; Profit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0" y="6350000"/>
            <a:ext cx="3556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Sona G | Data Analyst Intern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Retail businesses need insights into sales performance</a:t>
            </a:r>
          </a:p>
          <a:p>
            <a:r>
              <a:rPr dirty="0"/>
              <a:t>Identifying high-performing categories &amp; regions is critical</a:t>
            </a:r>
          </a:p>
          <a:p>
            <a:r>
              <a:rPr dirty="0"/>
              <a:t>Data-driven decisions improve revenue and profitability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0" y="6350000"/>
            <a:ext cx="3556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Sona G | Data Analyst Intern Project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Analyze overall sales performance</a:t>
            </a:r>
          </a:p>
          <a:p>
            <a:r>
              <a:rPr dirty="0"/>
              <a:t>Identify top-performing product categories</a:t>
            </a:r>
          </a:p>
          <a:p>
            <a:r>
              <a:rPr dirty="0"/>
              <a:t>Analyze sales trends over time</a:t>
            </a:r>
          </a:p>
          <a:p>
            <a:r>
              <a:rPr dirty="0"/>
              <a:t>Provide business insights and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0" y="6350000"/>
            <a:ext cx="3556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Sona G | Data Analyst Intern Project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9,994 order records</a:t>
            </a:r>
          </a:p>
          <a:p>
            <a:r>
              <a:rPr dirty="0"/>
              <a:t>11 key features</a:t>
            </a:r>
          </a:p>
          <a:p>
            <a:r>
              <a:rPr dirty="0"/>
              <a:t>Includes category, city, region, sales, profit, discount</a:t>
            </a:r>
          </a:p>
          <a:p>
            <a:r>
              <a:rPr dirty="0"/>
              <a:t>Dataset represents grocery sales in Tamil Nadu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0" y="6350000"/>
            <a:ext cx="3556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Sona G | Data Analyst Intern Project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 &amp;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Checked missing values </a:t>
            </a:r>
            <a:r>
              <a:rPr lang="en-IN" dirty="0"/>
              <a:t>-</a:t>
            </a:r>
            <a:r>
              <a:rPr dirty="0"/>
              <a:t> none found</a:t>
            </a:r>
          </a:p>
          <a:p>
            <a:r>
              <a:rPr dirty="0"/>
              <a:t>Removed duplicate records</a:t>
            </a:r>
          </a:p>
          <a:p>
            <a:r>
              <a:rPr dirty="0"/>
              <a:t>Converted Order Date to datetime format</a:t>
            </a:r>
          </a:p>
          <a:p>
            <a:r>
              <a:rPr dirty="0"/>
              <a:t>Extracted Month and Year columns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0" y="6350000"/>
            <a:ext cx="3556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Sona G | Data Analyst Intern Project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Data Analysis (EDA)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Category-wise sales analysis</a:t>
            </a:r>
          </a:p>
          <a:p>
            <a:r>
              <a:rPr dirty="0"/>
              <a:t>Monthly sales trend analysis</a:t>
            </a:r>
          </a:p>
          <a:p>
            <a:r>
              <a:rPr dirty="0"/>
              <a:t>Yearly sales distribution</a:t>
            </a:r>
          </a:p>
          <a:p>
            <a:r>
              <a:rPr dirty="0"/>
              <a:t>City-wise sales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0" y="6350000"/>
            <a:ext cx="3556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Sona G | Data Analyst Intern Project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Category-wise Sales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Egg, Meat &amp; Fish category contributes highest sales (~15%)</a:t>
            </a:r>
          </a:p>
          <a:p>
            <a:r>
              <a:rPr dirty="0"/>
              <a:t>Snacks and Food Grains also perform well</a:t>
            </a:r>
          </a:p>
          <a:p>
            <a:r>
              <a:rPr dirty="0"/>
              <a:t>Focus on high-performing categories can boost revenue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0" y="6350000"/>
            <a:ext cx="3556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Sona G | Data Analyst Intern Project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Monthly Sales Trend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Sales show an increasing trend across months</a:t>
            </a:r>
          </a:p>
          <a:p>
            <a:r>
              <a:rPr dirty="0"/>
              <a:t>Indicates effective sales planning over time</a:t>
            </a:r>
          </a:p>
          <a:p>
            <a:r>
              <a:rPr dirty="0"/>
              <a:t>Seasonal demand patterns observed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0" y="6350000"/>
            <a:ext cx="3556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Sona G | Data Analyst Intern Project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Yearly Sales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Years 2017 and 2018 contribute over 50% of total sales</a:t>
            </a:r>
          </a:p>
          <a:p>
            <a:r>
              <a:rPr dirty="0"/>
              <a:t>Sales increase consistently year over year</a:t>
            </a:r>
          </a:p>
          <a:p>
            <a:r>
              <a:rPr dirty="0"/>
              <a:t>Business growth observed across years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0" y="6350000"/>
            <a:ext cx="3556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Sona G | Data Analyst Intern Project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5 Cities by Sales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Kanyakumari has the highest sales</a:t>
            </a:r>
          </a:p>
          <a:p>
            <a:r>
              <a:rPr dirty="0"/>
              <a:t>Followed by Vellore, Bodi, Tirunelveli, and </a:t>
            </a:r>
            <a:r>
              <a:rPr dirty="0" err="1"/>
              <a:t>Perambalur</a:t>
            </a:r>
            <a:endParaRPr dirty="0"/>
          </a:p>
          <a:p>
            <a:r>
              <a:rPr dirty="0"/>
              <a:t>City-level targeting can improve regional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0" y="6350000"/>
            <a:ext cx="3556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Sona G | Data Analyst Intern Project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Invest more in high-performing categories</a:t>
            </a:r>
          </a:p>
          <a:p>
            <a:r>
              <a:rPr dirty="0"/>
              <a:t>Strengthen supply chain in top cities</a:t>
            </a:r>
          </a:p>
          <a:p>
            <a:r>
              <a:rPr dirty="0"/>
              <a:t>Plan seasonal promotions based on monthly trends</a:t>
            </a:r>
          </a:p>
          <a:p>
            <a:r>
              <a:rPr dirty="0"/>
              <a:t>Use data insights for inventory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0" y="6350000"/>
            <a:ext cx="3556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Sona G | Data Analyst Intern Project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Retail sales patterns identified using EDA</a:t>
            </a:r>
          </a:p>
          <a:p>
            <a:r>
              <a:rPr dirty="0"/>
              <a:t>Insights support strategic decision-making</a:t>
            </a:r>
          </a:p>
          <a:p>
            <a:r>
              <a:t>Project </a:t>
            </a:r>
            <a:r>
              <a:rPr dirty="0"/>
              <a:t>demonstrates practical retail analytics using 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0" y="6350000"/>
            <a:ext cx="3556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Sona G | Data Analyst Intern Project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3</TotalTime>
  <Words>380</Words>
  <Application>Microsoft Office PowerPoint</Application>
  <PresentationFormat>On-screen Show (4:3)</PresentationFormat>
  <Paragraphs>66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Century Gothic</vt:lpstr>
      <vt:lpstr>Wingdings 3</vt:lpstr>
      <vt:lpstr>Ion Boardroom</vt:lpstr>
      <vt:lpstr>Supermart Grocery Sales - Retail Analytics</vt:lpstr>
      <vt:lpstr>Business Problem</vt:lpstr>
      <vt:lpstr>Project Objectives</vt:lpstr>
      <vt:lpstr>Dataset Overview</vt:lpstr>
      <vt:lpstr>Data Cleaning &amp; Preparation</vt:lpstr>
      <vt:lpstr>Exploratory Data Analysis (EDA)</vt:lpstr>
      <vt:lpstr>Category-wise Sales Analysis</vt:lpstr>
      <vt:lpstr>Monthly Sales Trend</vt:lpstr>
      <vt:lpstr>Yearly Sales Analysis</vt:lpstr>
      <vt:lpstr>Top 5 Cities by Sales</vt:lpstr>
      <vt:lpstr>Business Recommendations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GNANASEKARAN M</cp:lastModifiedBy>
  <cp:revision>14</cp:revision>
  <dcterms:created xsi:type="dcterms:W3CDTF">2013-01-27T09:14:16Z</dcterms:created>
  <dcterms:modified xsi:type="dcterms:W3CDTF">2026-01-18T13:43:58Z</dcterms:modified>
  <cp:category/>
</cp:coreProperties>
</file>